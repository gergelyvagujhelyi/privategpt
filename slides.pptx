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Everything behind Front Door + WAF; origin is private.
- OpenWebUI runs as a stateless container; Postgres holds state + vectors.
- LiteLLM is the single OpenAI-compatible endpoint OpenWebUI talks to — lets us swap/route models without touching the app.
- Langfuse is the LLM observability plane — self-hosted so traces never leave the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OpenWebUI on Azure</dc:title>
  <dc:subject>PptxGenJS Presentation</dc:subject>
  <dc:creator>Created by Marp</dc:creator>
  <cp:lastModifiedBy>Created by Marp</cp:lastModifiedBy>
  <cp:revision>1</cp:revision>
  <dcterms:created xsi:type="dcterms:W3CDTF">2026-04-21T00:32:50Z</dcterms:created>
  <dcterms:modified xsi:type="dcterms:W3CDTF">2026-04-21T00:32:50Z</dcterms:modified>
</cp:coreProperties>
</file>